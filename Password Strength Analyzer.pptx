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JetBrains Mono"/>
      <p:bold r:id="rId8"/>
    </p:embeddedFont>
    <p:embeddedFont>
      <p:font typeface="Plus Jakarta Sans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172075"/>
            <a:ext cx="10972800" cy="1076325"/>
          </a:xfrm>
          <a:prstGeom prst="roundRect">
            <a:avLst>
              <a:gd name="adj" fmla="val 141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262" y="1705013"/>
            <a:ext cx="3009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" y="1816409"/>
            <a:ext cx="154336" cy="154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167012"/>
            <a:ext cx="11251406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0F172A"/>
                </a:solidFill>
                <a:latin typeface="Plus Jakarta Sans"/>
              </a:rPr>
              <a:t>Password Strength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893740"/>
            <a:ext cx="72390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 dirty="0">
                <a:solidFill>
                  <a:srgbClr val="475569"/>
                </a:solidFill>
                <a:latin typeface="Plus Jakarta Sans"/>
              </a:rPr>
              <a:t>Security Evaluation Using Cryptographic Hashing &amp; Dictionary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847" y="1790738"/>
            <a:ext cx="3000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891B2"/>
                </a:solidFill>
                <a:latin typeface="JetBrains Mono"/>
              </a:rPr>
              <a:t>CYBERSECURITY &amp; CRYPTOGRAPHY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5448300"/>
            <a:ext cx="223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JetBrains Mono"/>
              </a:rPr>
              <a:t>PRESENTER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5657850"/>
            <a:ext cx="2350293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0F172A"/>
                </a:solidFill>
                <a:latin typeface="Plus Jakarta Sans"/>
              </a:rPr>
              <a:t>Vedant A. Raut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9125" y="5486400"/>
            <a:ext cx="1114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USN 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39125" y="5695950"/>
            <a:ext cx="11144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Plus Jakarta Sans"/>
              </a:rPr>
              <a:t>CD25124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800" y="5486400"/>
            <a:ext cx="10858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5695950"/>
            <a:ext cx="10858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Plus Jakarta Sans"/>
              </a:rPr>
              <a:t>CSE(DS)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9900" y="5486400"/>
            <a:ext cx="8858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29900" y="5695950"/>
            <a:ext cx="8858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Plus Jakarta Sans"/>
              </a:rPr>
              <a:t>Sec: B</a:t>
            </a:r>
          </a:p>
        </p:txBody>
      </p:sp>
      <p:pic>
        <p:nvPicPr>
          <p:cNvPr id="17" name="Picture 16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6A490348-E560-2A28-F557-D1A0E6C62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90812"/>
            <a:ext cx="3505200" cy="2457450"/>
          </a:xfrm>
          <a:prstGeom prst="roundRect">
            <a:avLst>
              <a:gd name="adj" fmla="val 62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90812"/>
            <a:ext cx="3505200" cy="2457450"/>
          </a:xfrm>
          <a:prstGeom prst="roundRect">
            <a:avLst>
              <a:gd name="adj" fmla="val 62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90812"/>
            <a:ext cx="3505200" cy="2457450"/>
          </a:xfrm>
          <a:prstGeom prst="roundRect">
            <a:avLst>
              <a:gd name="adj" fmla="val 62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138737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90812"/>
            <a:ext cx="35052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690812"/>
            <a:ext cx="9525" cy="2457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05275" y="2690812"/>
            <a:ext cx="9525" cy="2457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5138737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2690812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2690812"/>
            <a:ext cx="9525" cy="2457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39075" y="2690812"/>
            <a:ext cx="9525" cy="2457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5138737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7200" y="2690812"/>
            <a:ext cx="35052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7200" y="2690812"/>
            <a:ext cx="9525" cy="2457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2875" y="2690812"/>
            <a:ext cx="9525" cy="24574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33712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33712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33712"/>
            <a:ext cx="457200" cy="457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037" y="3157537"/>
            <a:ext cx="180975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5837" y="3157537"/>
            <a:ext cx="180975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50" y="3157537"/>
            <a:ext cx="20955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9125" y="1490662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891B2"/>
                </a:solidFill>
                <a:latin typeface="JetBrains Mono"/>
              </a:rPr>
              <a:t>SYSTEM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" y="1750123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Plus Jakarta Sans"/>
              </a:rPr>
              <a:t>Information About Module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3681412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Cryptographic Hashing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" y="4062412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Converts plain text passwords into fixed 256-bit SHA-256 strings for secure evaluation.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7725" y="3681412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Dictionary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7725" y="4062412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Compares hashes against common compromised wordlists without decrypting user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1525" y="3681412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Strength Scoring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1525" y="4062412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Evaluates character complexity, length, entropy, and vulnerability to rainbow tables.</a:t>
            </a:r>
          </a:p>
        </p:txBody>
      </p:sp>
      <p:pic>
        <p:nvPicPr>
          <p:cNvPr id="32" name="Picture 31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0FEBF40D-32FB-6673-F69A-C853B2792B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54885" y="1843087"/>
            <a:ext cx="5827514" cy="4010025"/>
          </a:xfrm>
          <a:prstGeom prst="roundRect">
            <a:avLst>
              <a:gd name="adj" fmla="val 3325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66962"/>
            <a:ext cx="4840485" cy="695325"/>
          </a:xfrm>
          <a:prstGeom prst="roundRect">
            <a:avLst>
              <a:gd name="adj" fmla="val 1369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500437"/>
            <a:ext cx="4840485" cy="695325"/>
          </a:xfrm>
          <a:prstGeom prst="roundRect">
            <a:avLst>
              <a:gd name="adj" fmla="val 1369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633912"/>
            <a:ext cx="4840485" cy="695325"/>
          </a:xfrm>
          <a:prstGeom prst="roundRect">
            <a:avLst>
              <a:gd name="adj" fmla="val 1369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64410" y="1852612"/>
            <a:ext cx="5808464" cy="409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9625" y="25812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9625" y="37147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9625" y="48482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4410" y="2252662"/>
            <a:ext cx="58084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455" y="3224212"/>
            <a:ext cx="10477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455" y="4357687"/>
            <a:ext cx="10477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910" y="1985962"/>
            <a:ext cx="171450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6750" y="116205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891B2"/>
                </a:solidFill>
                <a:latin typeface="JetBrains Mono"/>
              </a:rPr>
              <a:t>IMPLEMENTATION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1753171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Algorithm Flow &amp; Module 1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4910" y="2452687"/>
            <a:ext cx="5522714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JetBrains Mono"/>
              </a:rPr>
              <a:t>import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 hashlib </a:t>
            </a:r>
            <a:r>
              <a:rPr sz="1050" b="0" i="0" u="none">
                <a:solidFill>
                  <a:srgbClr val="F43F5E"/>
                </a:solidFill>
                <a:latin typeface="JetBrains Mono"/>
              </a:rPr>
              <a:t>def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hash_password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(password): password_bytes = password.encode(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"utf-8"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) hashed_password = hashlib.sha256(password_bytes).hexdigest() </a:t>
            </a:r>
            <a:r>
              <a:rPr sz="1050" b="0" i="0" u="none">
                <a:solidFill>
                  <a:srgbClr val="F43F5E"/>
                </a:solidFill>
                <a:latin typeface="JetBrains Mono"/>
              </a:rPr>
              <a:t>return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 hashed_password </a:t>
            </a:r>
            <a:r>
              <a:rPr sz="1050" b="0" i="0" u="none">
                <a:solidFill>
                  <a:srgbClr val="F43F5E"/>
                </a:solidFill>
                <a:latin typeface="JetBrains Mono"/>
              </a:rPr>
              <a:t>def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main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(): print(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"=== Password Hashing Module ==="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) password = input(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"Enter your password: 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) hashed = hash_password(password) print(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"\nOriginal Password:"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, password) print(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"SHA-256 Hash:"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, hashed) </a:t>
            </a:r>
            <a:r>
              <a:rPr sz="1050" b="0" i="0" u="none">
                <a:solidFill>
                  <a:srgbClr val="F43F5E"/>
                </a:solidFill>
                <a:latin typeface="JetBrains Mono"/>
              </a:rPr>
              <a:t>if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 __name__ == 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"__main__"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: main()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2581275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7147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4848225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4910" y="1966912"/>
            <a:ext cx="1295400" cy="17145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JetBrains Mono"/>
              </a:rPr>
              <a:t>module1.py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5625" y="1976437"/>
            <a:ext cx="952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Python 3.x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8725" y="2528887"/>
            <a:ext cx="3100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Input Plain 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8725" y="2728912"/>
            <a:ext cx="2952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Read password from terminal console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8725" y="3662362"/>
            <a:ext cx="366295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UTF-8 Encoding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8725" y="3862387"/>
            <a:ext cx="3488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Convert string to binary bytes representation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8725" y="4795837"/>
            <a:ext cx="36379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SHA-256 Digest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8725" y="4995862"/>
            <a:ext cx="3464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Generate irreversible 64-character hex hash</a:t>
            </a:r>
          </a:p>
        </p:txBody>
      </p:sp>
      <p:pic>
        <p:nvPicPr>
          <p:cNvPr id="29" name="Picture 28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ABCF8DAE-DEF6-F836-60D7-841A57A6F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24187"/>
            <a:ext cx="2600325" cy="1790700"/>
          </a:xfrm>
          <a:prstGeom prst="roundRect">
            <a:avLst>
              <a:gd name="adj" fmla="val 744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24200"/>
            <a:ext cx="2600325" cy="1590675"/>
          </a:xfrm>
          <a:prstGeom prst="roundRect">
            <a:avLst>
              <a:gd name="adj" fmla="val 838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024187"/>
            <a:ext cx="2600325" cy="1790700"/>
          </a:xfrm>
          <a:prstGeom prst="roundRect">
            <a:avLst>
              <a:gd name="adj" fmla="val 744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124200"/>
            <a:ext cx="2600325" cy="1590675"/>
          </a:xfrm>
          <a:prstGeom prst="roundRect">
            <a:avLst>
              <a:gd name="adj" fmla="val 838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262312"/>
            <a:ext cx="647700" cy="247650"/>
          </a:xfrm>
          <a:prstGeom prst="roundRect">
            <a:avLst>
              <a:gd name="adj" fmla="val 23076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38550" y="3362325"/>
            <a:ext cx="647700" cy="247650"/>
          </a:xfrm>
          <a:prstGeom prst="roundRect">
            <a:avLst>
              <a:gd name="adj" fmla="val 23076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29375" y="3262312"/>
            <a:ext cx="647700" cy="247650"/>
          </a:xfrm>
          <a:prstGeom prst="roundRect">
            <a:avLst>
              <a:gd name="adj" fmla="val 2307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20200" y="3362325"/>
            <a:ext cx="647700" cy="247650"/>
          </a:xfrm>
          <a:prstGeom prst="roundRect">
            <a:avLst>
              <a:gd name="adj" fmla="val 2307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175" y="1704974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891B2"/>
                </a:solidFill>
                <a:latin typeface="JetBrains Mono"/>
              </a:rPr>
              <a:t>PROJECT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114549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Plus Jakarta Sans"/>
              </a:rPr>
              <a:t>4-Module Distribution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3300412"/>
            <a:ext cx="552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JetBrains Mono"/>
              </a:rPr>
              <a:t>MOD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662362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Hashing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976687"/>
            <a:ext cx="22193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Constructs SHA-256 password hash generator (`module1.py`).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800" y="3400425"/>
            <a:ext cx="552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MOD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3762375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Dictionary Loader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8550" y="4076700"/>
            <a:ext cx="2219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Parses &amp; pre-hashes wordlists of common leaked passwords.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3300412"/>
            <a:ext cx="552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JetBrains Mono"/>
              </a:rPr>
              <a:t>MOD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662362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Hash Matcher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976687"/>
            <a:ext cx="22193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Performs O(1) fast lookup comparison against compromised hashes.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5450" y="3400425"/>
            <a:ext cx="552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JetBrains Mono"/>
              </a:rPr>
              <a:t>MOD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3762375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Strength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4076700"/>
            <a:ext cx="22193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Calculates overall strength score &amp; remediation advice.</a:t>
            </a:r>
          </a:p>
        </p:txBody>
      </p:sp>
      <p:pic>
        <p:nvPicPr>
          <p:cNvPr id="25" name="Picture 24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F41DC739-7964-D6CE-107B-2062D8E49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3237"/>
            <a:ext cx="3454449" cy="17526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3043237"/>
            <a:ext cx="3454449" cy="17526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3043237"/>
            <a:ext cx="3454449" cy="17526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1671637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891B2"/>
                </a:solidFill>
                <a:latin typeface="JetBrains Mono"/>
              </a:rPr>
              <a:t>ANALYSIS &amp;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43087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Plus Jakarta Sans"/>
              </a:rPr>
              <a:t>Security Mechanics &amp; Hash 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57562"/>
            <a:ext cx="370886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One-Way Irreversibility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09987"/>
            <a:ext cx="29210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SHA-256 cannot be mathematically reversed to reveal original plain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3174" y="3357562"/>
            <a:ext cx="370886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Avalanche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3174" y="3709987"/>
            <a:ext cx="29210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Changing a single character generates a completely different digest string.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2424" y="3357562"/>
            <a:ext cx="370886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Collision Resistance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2424" y="3709987"/>
            <a:ext cx="292104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2^256 search space ensures two passwords virtually never produce identical hashes.</a:t>
            </a:r>
          </a:p>
        </p:txBody>
      </p:sp>
      <p:pic>
        <p:nvPicPr>
          <p:cNvPr id="14" name="Picture 13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01A92C5D-3E77-B9FD-9056-A819885F2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4450" y="1766887"/>
            <a:ext cx="19431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047875" y="4062412"/>
            <a:ext cx="3933825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4062412"/>
            <a:ext cx="3933825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425" y="1862137"/>
            <a:ext cx="13335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32967" y="2338387"/>
            <a:ext cx="852606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Plus Jakarta Sans"/>
              </a:rPr>
              <a:t>Conclusion &amp;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2" y="3109912"/>
            <a:ext cx="8334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Hash-based dictionary lookup enables fast, secure detection of common passwords without storing plain text credentials.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3525" y="1852612"/>
            <a:ext cx="1714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891B2"/>
                </a:solidFill>
                <a:latin typeface="JetBrains Mono"/>
              </a:rPr>
              <a:t>PROJECT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7900" y="4262437"/>
            <a:ext cx="4417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JetBrains Mono"/>
              </a:rPr>
              <a:t>KEY TAKEAWAY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7900" y="4491037"/>
            <a:ext cx="36290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Zero plain-text exposure ensures credentials remain hashed throughout evaluation.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325" y="4262437"/>
            <a:ext cx="4417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891B2"/>
                </a:solidFill>
                <a:latin typeface="JetBrains Mono"/>
              </a:rPr>
              <a:t>KEY TAKEAWAY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4491037"/>
            <a:ext cx="36290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Plus Jakarta Sans"/>
              </a:rPr>
              <a:t>Instant O(1) hash comparison efficiently flags compromised dictionary words.</a:t>
            </a:r>
          </a:p>
        </p:txBody>
      </p:sp>
      <p:pic>
        <p:nvPicPr>
          <p:cNvPr id="14" name="Picture 13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20772AA7-36AB-9AC4-BCA9-95FB0F689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370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Plus Jakarta Sans</vt:lpstr>
      <vt:lpstr>Calibri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Vedant Raut</dc:creator>
  <cp:keywords/>
  <dc:description>generated using python-pptx</dc:description>
  <cp:lastModifiedBy>Vedant Raut</cp:lastModifiedBy>
  <cp:revision>2</cp:revision>
  <dcterms:created xsi:type="dcterms:W3CDTF">2013-01-27T09:14:16Z</dcterms:created>
  <dcterms:modified xsi:type="dcterms:W3CDTF">2026-09-27T18:24:33Z</dcterms:modified>
  <cp:category/>
</cp:coreProperties>
</file>